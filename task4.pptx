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Dashboard Summary - Sales Financial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89354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Performance Indicators (KPIs)</a:t>
            </a:r>
          </a:p>
          <a:p>
            <a:r>
              <a:t>Total Sales: 878,802.51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Sales</a:t>
            </a:r>
          </a:p>
        </p:txBody>
      </p:sp>
      <p:pic>
        <p:nvPicPr>
          <p:cNvPr id="4" name="Picture 3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1120"/>
            <a:ext cx="8229600" cy="44274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Distribution</a:t>
            </a:r>
          </a:p>
        </p:txBody>
      </p:sp>
      <p:pic>
        <p:nvPicPr>
          <p:cNvPr id="4" name="Picture 3" descr="sal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68" y="1509396"/>
            <a:ext cx="6980904" cy="5092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recommendations to convert this into an interactive dashboard:</a:t>
            </a:r>
          </a:p>
          <a:p>
            <a:r>
              <a:t>Choose KPIs: Total Sales, Total Profit, Profit Margin, Sales Growth</a:t>
            </a:r>
          </a:p>
          <a:p>
            <a:r>
              <a:t>Add slicers/filters for Date, Region, Category, Product</a:t>
            </a:r>
          </a:p>
          <a:p>
            <a:r>
              <a:t>Use time-series line chart with drill-down (year -&gt; quarter -&gt; month)</a:t>
            </a:r>
          </a:p>
          <a:p>
            <a:r>
              <a:t>Add cards for totals and conditional formatting for alerts</a:t>
            </a:r>
          </a:p>
          <a:p>
            <a:r>
              <a:t>Create navigation tabs: Overview, Sales, Profit, Products, Regions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</Words>
  <Application>Microsoft Office PowerPoint</Application>
  <PresentationFormat>On-screen Show 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Dashboard Summary - Sales Financial Dataset</vt:lpstr>
      <vt:lpstr>PowerPoint Presentation</vt:lpstr>
      <vt:lpstr>PowerPoint Presentation</vt:lpstr>
      <vt:lpstr>PowerPoint Presentation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SANA</dc:creator>
  <cp:keywords/>
  <dc:description>generated using python-pptx</dc:description>
  <cp:lastModifiedBy>SANA SHAIKH</cp:lastModifiedBy>
  <cp:revision>2</cp:revision>
  <dcterms:created xsi:type="dcterms:W3CDTF">2013-01-27T09:14:16Z</dcterms:created>
  <dcterms:modified xsi:type="dcterms:W3CDTF">2025-11-18T14:46:23Z</dcterms:modified>
  <cp:category/>
</cp:coreProperties>
</file>